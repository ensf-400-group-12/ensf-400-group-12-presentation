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9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ClosetAI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Digitize your closet and get outfit ideas from what you already own, with clear reasoning.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53035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ENSF 400: Software Engineering · Section L01   ·   Group 12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69164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 Chaudhary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02920" y="207568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Lead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240487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UCID 30204228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172200" y="169164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Tyseer Shahriar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172200" y="21031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UCID 30206937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310896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Mujtaba Zia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02920" y="35204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UCID 30229568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310896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Yassin Soliman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172200" y="352044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UCID 30205455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452628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Mykola Viktorovskyi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02920" y="493776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UCID 30233216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SRS (A1)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&amp; requirements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600200"/>
            <a:ext cx="539496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ClosetAI is a web app for digitizing clothes, managing a personal wardrobe, and generating outfits from items the user already owns, with explanations they can read and trust.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080760" y="1600200"/>
            <a:ext cx="5669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(F-1–F-5)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80760" y="1965960"/>
            <a:ext cx="56692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F-1 Accounts: signup, login, logout, protected routes.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F-2 Wardrobe: uploads, CRUD, search, filters.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F-3 Outfits: generate from saved items with explanations; rule-based engine in product, with optional LLM support described in the SRS.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F-4 Outfit management: save, view, and manage favourite looks so users can build a library of go-to combinations.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F-5 Context-aware generation: occasion plus richer signals (e.g. weather) to tighten recommendations when users want more precision.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features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6002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02920" y="2423160"/>
            <a:ext cx="37490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wardrobe per user: auth before any data, aligned with the SRS landing-to-dashboard flow.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80560" y="16002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F-2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480560" y="18745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Wardrobe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480560" y="2423160"/>
            <a:ext cx="37490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Image-first intake, CRUD, search/filters, data that survives restarts.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58200" y="16002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458200" y="187452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Outfits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458200" y="2423160"/>
            <a:ext cx="37490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Occasion + vibe in; outfits from your closet out, with rationale and regenerate.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53492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F-4 favourites and F-5 richer context (e.g. weather) complete the SRS picture and extend the same dashboard-first experience.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&amp; tech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55448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3611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React Router, JS, global CSS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proxy (setupProxy)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155448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297680" y="1874520"/>
            <a:ext cx="3611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Express, session auth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Multipart image uploads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92440" y="155448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92440" y="1874520"/>
            <a:ext cx="36118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sql.js / SQLite (backend/data/app.db)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image storage alongside metadata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44348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Outfit logic runs locally for fast, inspectable behavior; the SRS also describes optional LLM and contextual inputs alongside F-5. A4: feature branches, PRs, reviewed merges, clear commits.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56235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  ·   Express   ·   SQLite   ·   Sessions   ·   Git / PRs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371600" y="27432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ClosetAI: live walkthrough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management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02920" y="16002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2011680"/>
            <a:ext cx="5394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 a full SRS: stable auth, wardrobe, and outfit flows first, then layering favourites and contextual generation without blocking the team.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glue: sessions, uploads, DB, proxy across laptops.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acceptance criteria shared while work ran in parallel.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38862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used from class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4297680"/>
            <a:ext cx="5394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WBS for packages and ownership.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 schedule, dependencies, critical path.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Git: branches, PRs, required reviews.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080760" y="160020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time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80760" y="201168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shared API examples and short decision notes after scope discussions, so fewer surprises late in the term.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080760" y="361188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80760" y="402336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C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comments on behavior and security (auth, uploads); sync for blockers, async for the rest.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ClosetAI Presentation</dc:title>
  <dc:subject>ClosetAI · ENSF 400</dc:subject>
  <dc:creator>ENSF 400 Group 12</dc:creator>
  <cp:lastModifiedBy>ENSF 400 Group 12</cp:lastModifiedBy>
  <cp:revision>1</cp:revision>
  <dcterms:created xsi:type="dcterms:W3CDTF">2026-03-22T03:17:20Z</dcterms:created>
  <dcterms:modified xsi:type="dcterms:W3CDTF">2026-03-22T03:17:20Z</dcterms:modified>
</cp:coreProperties>
</file>