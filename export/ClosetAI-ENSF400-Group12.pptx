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0876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ClosetAI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97280" y="2606040"/>
            <a:ext cx="6949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your closet and get outfit ideas from what you already own, with clear reasoning.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5532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ENSF 400: Software Engineering · Section L01     ·     Group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389888"/>
            <a:ext cx="55504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 Chaudhary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39696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UCID 30204228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08776" y="1389888"/>
            <a:ext cx="55504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5448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Tyseer Shahriar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1847088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UCID 30206937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" y="2971800"/>
            <a:ext cx="55504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36392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Mujtaba Zia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UCID 30229568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2971800"/>
            <a:ext cx="55504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136392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Yassin Soliman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UCID 30205455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" y="4553712"/>
            <a:ext cx="55504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1830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Mykola Viktorovskyi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5800" y="5010912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UCID 30233216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(A1)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requirements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49377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ClosetAI is a web app for digitizing clothes, managing a personal wardrobe, and generating outfits from items the user already owns, with explanations they can read and trust.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23560" y="1444752"/>
            <a:ext cx="6172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(F-1–F-5)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792224"/>
            <a:ext cx="6080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 Accounts: signup, login, logout, protected routes.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F-2 Wardrobe: uploads, CRUD, search, filters.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F-3 Outfits: generate from saved items with explanations; rule-based engine in product, with optional LLM support described in the SRS.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F-4 Outfit management: save, view, and manage favourite looks so users can build a library of go-to combinations.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F-5 Context-aware generation: occasion plus richer signals (e.g. weather) to tighten recommendations when users want more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7276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209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" y="2313432"/>
            <a:ext cx="32095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wardrobe per user: auth before any data, aligned with the SRS landing-to-dashboard flow.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1399032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57276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17136" y="1828800"/>
            <a:ext cx="3209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Wardrobe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17136" y="2313432"/>
            <a:ext cx="32095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Image-first intake, CRUD, search/filters, data that survives restarts.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399032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57276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30184" y="1828800"/>
            <a:ext cx="3209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Outfits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30184" y="2313432"/>
            <a:ext cx="32095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+ vibe in; outfits from your closet out, with rationale and regenerate.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919472"/>
            <a:ext cx="11292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F-4 favourites and F-5 richer context (e.g. weather) complete the SRS picture and extend the same dashboard-first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&amp; tech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367588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32186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React Router, JS, global CSS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proxy (setupProxy)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399032"/>
            <a:ext cx="367588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57276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53128" y="1883664"/>
            <a:ext cx="32186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session auth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image uploads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1856" y="1399032"/>
            <a:ext cx="367588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57276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0456" y="1883664"/>
            <a:ext cx="32186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sql.js / SQLite (backend/data/app.db)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image storage alongside metadata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306824"/>
            <a:ext cx="11292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logic runs locally for fast, inspectable behavior; the SRS also describes optional LLM and contextual inputs alongside F-5. A4: feature branches, PRs, reviewed merges, clear commits.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330952"/>
            <a:ext cx="11292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   ·     Express     ·     SQLite     ·     Sessions     ·     Git / PRs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6808" y="1764792"/>
            <a:ext cx="749808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346808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ClosetAI: live walkthrough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29284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a full SRS: stable auth, wardrobe, and outfit flows first, then layering favourites and contextual generation without blocking the team.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glue: sessions, uploads, DB, proxy across laptops.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acceptance criteria shared while work ran in parallel.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6732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used from class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4151376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WBS for packages and ownership.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schedule, dependencies, critical path.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Git: branches, PRs, required reviews.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444752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shared API examples and short decision notes after scope discussions, so fewer surprises late in the term.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3401568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63640" y="3785616"/>
            <a:ext cx="5532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comments on behavior and security (auth, uploads); sync for blockers, async for the rest.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ClosetAI Presentation</dc:title>
  <dc:subject>ClosetAI · ENSF 400</dc:subject>
  <dc:creator>ENSF 400 Group 12</dc:creator>
  <cp:lastModifiedBy>ENSF 400 Group 12</cp:lastModifiedBy>
  <cp:revision>1</cp:revision>
  <dcterms:created xsi:type="dcterms:W3CDTF">2026-03-22T03:31:10Z</dcterms:created>
  <dcterms:modified xsi:type="dcterms:W3CDTF">2026-03-22T03:31:10Z</dcterms:modified>
</cp:coreProperties>
</file>